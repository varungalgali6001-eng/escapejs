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8c5e9e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8c5e9e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8c5e9e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8c5e9e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8c5e9ec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8c5e9ec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8c5e9ec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58c5e9ec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8c5e9ec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8c5e9ec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65275"/>
            <a:ext cx="8520600" cy="153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Escape The Website Challenge – Interactive Web Puzzle Game</a:t>
            </a:r>
            <a:endParaRPr sz="40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Case Study Presentation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 - Varun Vijay Galgali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Roll No - 150096725206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School of Future Tech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</a:t>
            </a:r>
            <a:r>
              <a:rPr b="1" lang="en"/>
              <a:t> Problem </a:t>
            </a:r>
            <a:r>
              <a:rPr b="1" lang="en"/>
              <a:t>Statement</a:t>
            </a:r>
            <a:r>
              <a:rPr b="1" lang="en"/>
              <a:t>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678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Many websites only present information and do not involve much user interaction.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The goal of this case study is to create a simple interactive website where users must explore the page and solve puzzles.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The website hides clues in different parts of the page such as HTML comments, hidden text, and visual hints.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The user must find the correct answers to unlock the next room and complete the challenge.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</a:t>
            </a:r>
            <a:r>
              <a:rPr b="1" lang="en"/>
              <a:t>         Your Solution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88625"/>
            <a:ext cx="8520600" cy="3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540">
                <a:solidFill>
                  <a:srgbClr val="FFFFFF"/>
                </a:solidFill>
              </a:rPr>
              <a:t>M</a:t>
            </a:r>
            <a:endParaRPr sz="292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935">
                <a:solidFill>
                  <a:schemeClr val="dk1"/>
                </a:solidFill>
              </a:rPr>
              <a:t>The project developed is </a:t>
            </a:r>
            <a:r>
              <a:rPr b="1" lang="en" sz="1935">
                <a:solidFill>
                  <a:schemeClr val="dk1"/>
                </a:solidFill>
              </a:rPr>
              <a:t>Escape The Website Challenge</a:t>
            </a:r>
            <a:r>
              <a:rPr lang="en" sz="1935">
                <a:solidFill>
                  <a:schemeClr val="dk1"/>
                </a:solidFill>
              </a:rPr>
              <a:t>, a small web puzzle game.</a:t>
            </a:r>
            <a:endParaRPr sz="19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935">
                <a:solidFill>
                  <a:schemeClr val="dk1"/>
                </a:solidFill>
              </a:rPr>
              <a:t>Main features of the system include:</a:t>
            </a:r>
            <a:endParaRPr sz="19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935">
                <a:solidFill>
                  <a:schemeClr val="dk1"/>
                </a:solidFill>
              </a:rPr>
              <a:t>• Multiple puzzle rooms</a:t>
            </a:r>
            <a:br>
              <a:rPr lang="en" sz="1935">
                <a:solidFill>
                  <a:schemeClr val="dk1"/>
                </a:solidFill>
              </a:rPr>
            </a:br>
            <a:r>
              <a:rPr lang="en" sz="1935">
                <a:solidFill>
                  <a:schemeClr val="dk1"/>
                </a:solidFill>
              </a:rPr>
              <a:t>• Hidden clues inside the webpage</a:t>
            </a:r>
            <a:br>
              <a:rPr lang="en" sz="1935">
                <a:solidFill>
                  <a:schemeClr val="dk1"/>
                </a:solidFill>
              </a:rPr>
            </a:br>
            <a:r>
              <a:rPr lang="en" sz="1935">
                <a:solidFill>
                  <a:schemeClr val="dk1"/>
                </a:solidFill>
              </a:rPr>
              <a:t>• Timer to track completion time</a:t>
            </a:r>
            <a:br>
              <a:rPr lang="en" sz="1935">
                <a:solidFill>
                  <a:schemeClr val="dk1"/>
                </a:solidFill>
              </a:rPr>
            </a:br>
            <a:r>
              <a:rPr lang="en" sz="1935">
                <a:solidFill>
                  <a:schemeClr val="dk1"/>
                </a:solidFill>
              </a:rPr>
              <a:t>• Progress saved using LocalStorage</a:t>
            </a:r>
            <a:br>
              <a:rPr lang="en" sz="1935">
                <a:solidFill>
                  <a:schemeClr val="dk1"/>
                </a:solidFill>
              </a:rPr>
            </a:br>
            <a:r>
              <a:rPr lang="en" sz="1935">
                <a:solidFill>
                  <a:schemeClr val="dk1"/>
                </a:solidFill>
              </a:rPr>
              <a:t>• Interactive puzzles using JavaScript</a:t>
            </a:r>
            <a:endParaRPr sz="19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935">
                <a:solidFill>
                  <a:schemeClr val="dk1"/>
                </a:solidFill>
              </a:rPr>
              <a:t>The user must solve each puzzle to unlock the next stage of the challenge.</a:t>
            </a:r>
            <a:endParaRPr sz="19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320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97575"/>
            <a:ext cx="8520600" cy="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T                                                           </a:t>
            </a:r>
            <a:r>
              <a:rPr b="1" lang="en" sz="2300"/>
              <a:t>Working (Method/Mind Map)</a:t>
            </a:r>
            <a:endParaRPr b="1" sz="4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784300"/>
            <a:ext cx="8520600" cy="43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First </a:t>
            </a:r>
            <a:r>
              <a:rPr lang="en" sz="2200">
                <a:solidFill>
                  <a:schemeClr val="dk1"/>
                </a:solidFill>
              </a:rPr>
              <a:t>User opens the website and starts the challenge, Then User explores the webpage and finds hidden clues After That User enters the correct answer to unlock the next room , Then JavaScript checks the answer and updates progress And Finally After solving all puzzles, the final page shows the completion time.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Technologies Used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• HTML – Page structure</a:t>
            </a:r>
            <a:br>
              <a:rPr lang="en" sz="2200">
                <a:solidFill>
                  <a:schemeClr val="dk1"/>
                </a:solidFill>
              </a:rPr>
            </a:br>
            <a:r>
              <a:rPr lang="en" sz="2200">
                <a:solidFill>
                  <a:schemeClr val="dk1"/>
                </a:solidFill>
              </a:rPr>
              <a:t>• CSS – Website styling and hidden clues</a:t>
            </a:r>
            <a:br>
              <a:rPr lang="en" sz="2200">
                <a:solidFill>
                  <a:schemeClr val="dk1"/>
                </a:solidFill>
              </a:rPr>
            </a:br>
            <a:r>
              <a:rPr lang="en" sz="2200">
                <a:solidFill>
                  <a:schemeClr val="dk1"/>
                </a:solidFill>
              </a:rPr>
              <a:t>• JavaScript – Puzzle logic and validation</a:t>
            </a:r>
            <a:br>
              <a:rPr lang="en" sz="2200">
                <a:solidFill>
                  <a:schemeClr val="dk1"/>
                </a:solidFill>
              </a:rPr>
            </a:br>
            <a:r>
              <a:rPr lang="en" sz="2200">
                <a:solidFill>
                  <a:schemeClr val="dk1"/>
                </a:solidFill>
              </a:rPr>
              <a:t>• LocalStorage – Saving user progress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133725"/>
            <a:ext cx="8520600" cy="6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b="1" lang="en"/>
              <a:t>                             Conclusion 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838500"/>
            <a:ext cx="8520600" cy="40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9816"/>
              <a:buFont typeface="Arial"/>
              <a:buNone/>
            </a:pPr>
            <a:r>
              <a:t/>
            </a:r>
            <a:endParaRPr sz="2208">
              <a:solidFill>
                <a:schemeClr val="dk1"/>
              </a:solidFill>
            </a:endParaRPr>
          </a:p>
          <a:p>
            <a:pPr indent="-3704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14">
                <a:solidFill>
                  <a:schemeClr val="dk1"/>
                </a:solidFill>
              </a:rPr>
              <a:t>This project shows how HTML, CSS, and JavaScript can be used to build a simple interactive website.</a:t>
            </a:r>
            <a:endParaRPr sz="2414">
              <a:solidFill>
                <a:schemeClr val="dk1"/>
              </a:solidFill>
            </a:endParaRPr>
          </a:p>
          <a:p>
            <a:pPr indent="-3704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14">
                <a:solidFill>
                  <a:schemeClr val="dk1"/>
                </a:solidFill>
              </a:rPr>
              <a:t>The puzzle system encourages users to explore the webpage and understand how web pages work.</a:t>
            </a:r>
            <a:endParaRPr sz="2414">
              <a:solidFill>
                <a:schemeClr val="dk1"/>
              </a:solidFill>
            </a:endParaRPr>
          </a:p>
          <a:p>
            <a:pPr indent="-3704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14">
                <a:solidFill>
                  <a:schemeClr val="dk1"/>
                </a:solidFill>
              </a:rPr>
              <a:t>The project also demonstrates the use of JavaScript logic and LocalStorage for storing progress.</a:t>
            </a:r>
            <a:endParaRPr sz="2414">
              <a:solidFill>
                <a:schemeClr val="dk1"/>
              </a:solidFill>
            </a:endParaRPr>
          </a:p>
          <a:p>
            <a:pPr indent="-3704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14">
                <a:solidFill>
                  <a:schemeClr val="dk1"/>
                </a:solidFill>
              </a:rPr>
              <a:t>Escape The Website Challenge is a simple example of creating an interactive web application using basic front-end technologies.</a:t>
            </a:r>
            <a:endParaRPr sz="241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66075" y="1976975"/>
            <a:ext cx="33612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900">
                <a:solidFill>
                  <a:schemeClr val="dk1"/>
                </a:solidFill>
              </a:rPr>
              <a:t>      </a:t>
            </a:r>
            <a:r>
              <a:rPr b="1" lang="en" sz="2900">
                <a:solidFill>
                  <a:schemeClr val="dk1"/>
                </a:solidFill>
              </a:rPr>
              <a:t>Thank you </a:t>
            </a:r>
            <a:endParaRPr b="1"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